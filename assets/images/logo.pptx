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FB4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7" autoAdjust="0"/>
    <p:restoredTop sz="94660"/>
  </p:normalViewPr>
  <p:slideViewPr>
    <p:cSldViewPr snapToGrid="0">
      <p:cViewPr varScale="1">
        <p:scale>
          <a:sx n="74" d="100"/>
          <a:sy n="74" d="100"/>
        </p:scale>
        <p:origin x="39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E9B11FF-4C98-55E3-39C0-E16E9FFFFF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4121F27E-AE7D-0063-9D97-7F68C80DFD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BB31D30-AB93-05A0-C8EE-3D98155DB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29052-3533-4D7D-91A2-2BDAFC94C4D1}" type="datetimeFigureOut">
              <a:rPr lang="hu-HU" smtClean="0"/>
              <a:t>2025. 11. 17.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C101DA6-ACD0-6C88-107A-742C75A87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05B2498-A5CE-885A-7546-9AABD8396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8DFFB-438A-4937-AD0A-33E9031F0E4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55019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74BE71F-BE35-14D2-C60A-46AF4248A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99328F7-9BB0-5FA8-B0AA-FF77CADD2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BB587FA-514B-795F-1466-7AF98F097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29052-3533-4D7D-91A2-2BDAFC94C4D1}" type="datetimeFigureOut">
              <a:rPr lang="hu-HU" smtClean="0"/>
              <a:t>2025. 11. 17.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A3B79AF-D4E2-A3C0-696E-E49B777B8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297A948-1FFC-E6C1-9C52-957863458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8DFFB-438A-4937-AD0A-33E9031F0E4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18936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0538884-3FD0-A11E-D278-259643B12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DA637607-5B6E-0BBA-3897-5C616802C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D5D2355-452A-B38E-4154-07C0E4FB6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29052-3533-4D7D-91A2-2BDAFC94C4D1}" type="datetimeFigureOut">
              <a:rPr lang="hu-HU" smtClean="0"/>
              <a:t>2025. 11. 17.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141B93E-AD77-9281-84D3-9BAF35A36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3AFAF80-5CD8-A4EB-8762-A61078D2D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8DFFB-438A-4937-AD0A-33E9031F0E4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02556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C6E2399-EE71-98C9-92A1-44C0B25C8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D2A40F1-6935-5D0B-E0C3-EB33EC0F3C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F756CABE-32D6-96AF-3D9C-D4E55A28F8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63333358-2343-4C12-ECE9-A23D21CE8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29052-3533-4D7D-91A2-2BDAFC94C4D1}" type="datetimeFigureOut">
              <a:rPr lang="hu-HU" smtClean="0"/>
              <a:t>2025. 11. 17.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9D79F3C0-6FF4-7FE5-A7D7-E9DC22AD5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C1824E23-AB2B-92EA-61E5-6DBA1BFF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8DFFB-438A-4937-AD0A-33E9031F0E4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99117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D02FE2F-3AA3-33F4-D0AE-817A63CE7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40DFBFA8-A69C-9B08-A92D-888471576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5E0DF2FC-7711-E386-7D9E-9A69A6AD27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7BD9BEFA-7D13-447A-CA23-BAEFACBE48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1F6E37DA-19DB-8C8A-2276-FCB3C6AE20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D2AF8A88-F8EA-BC59-CFF2-43186B4C8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29052-3533-4D7D-91A2-2BDAFC94C4D1}" type="datetimeFigureOut">
              <a:rPr lang="hu-HU" smtClean="0"/>
              <a:t>2025. 11. 17.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7D9BC84A-DB6E-33E4-95B4-96D45A814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D2945207-0A17-941E-61E2-4BE43E7E0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8DFFB-438A-4937-AD0A-33E9031F0E4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20210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97614CD-EB88-1488-95AC-0F76556B3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000EF355-5F1C-5B30-C1F8-3B0DA8997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29052-3533-4D7D-91A2-2BDAFC94C4D1}" type="datetimeFigureOut">
              <a:rPr lang="hu-HU" smtClean="0"/>
              <a:t>2025. 11. 17.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A1A6CC0D-BBA3-0251-E08B-FCF4DF0D4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003C9BFE-8A90-F91A-FA4F-C49741EEE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8DFFB-438A-4937-AD0A-33E9031F0E4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4282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10C91BFB-0304-871C-F1B9-0A8B1C0F8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29052-3533-4D7D-91A2-2BDAFC94C4D1}" type="datetimeFigureOut">
              <a:rPr lang="hu-HU" smtClean="0"/>
              <a:t>2025. 11. 17.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43F1C6A3-46C4-FEED-DF19-A6DBBBF4C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B153A738-739D-70C2-443D-DAF1836C8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8DFFB-438A-4937-AD0A-33E9031F0E4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47763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97C61AF-6987-8C7F-56F8-2BF3FD171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69D7A61-74D3-0752-4E53-E08E5AEC5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CB016DB0-8CE1-71D7-C168-F7F869DCDF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7B6D40B8-310F-C70B-B04E-6A94AEDE3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29052-3533-4D7D-91A2-2BDAFC94C4D1}" type="datetimeFigureOut">
              <a:rPr lang="hu-HU" smtClean="0"/>
              <a:t>2025. 11. 17.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FF791406-740A-DFE0-C3F1-DC878019B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D57E1961-BA94-C4CD-0EC3-2999491E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8DFFB-438A-4937-AD0A-33E9031F0E4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01686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52F679A-1B53-5F74-5262-C0B74AB0A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674474AB-D438-3CC0-D90B-A38623F12B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AC6B8AE1-BFBD-BF04-F5C1-C20DC35504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466E426-3067-29EA-B388-882B2FF34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29052-3533-4D7D-91A2-2BDAFC94C4D1}" type="datetimeFigureOut">
              <a:rPr lang="hu-HU" smtClean="0"/>
              <a:t>2025. 11. 17.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33880C11-3D2D-38EF-6638-5D7AD68C5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8AC466B1-AC68-3A3C-1D08-BD1277458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8DFFB-438A-4937-AD0A-33E9031F0E4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31365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020ED61-8CDF-DB88-41B7-DB61BAC63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9CF82D2F-C7C3-0E92-E74B-A074958328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064E3BF-9082-1A3F-070B-3D6B38CC3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29052-3533-4D7D-91A2-2BDAFC94C4D1}" type="datetimeFigureOut">
              <a:rPr lang="hu-HU" smtClean="0"/>
              <a:t>2025. 11. 17.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69E1E78-B3C4-B42E-8CB0-9FBE6DBBE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FAAA0B5-AD47-FCAF-ADC6-3CBC510EB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8DFFB-438A-4937-AD0A-33E9031F0E4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32831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91DA779A-1047-9F06-E552-9188FE2C80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204A936D-8368-1AB9-31B9-73B32A6320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A333BD9-BE29-A717-C1DB-747E413E9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29052-3533-4D7D-91A2-2BDAFC94C4D1}" type="datetimeFigureOut">
              <a:rPr lang="hu-HU" smtClean="0"/>
              <a:t>2025. 11. 17.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082DDF8-29B3-C326-A431-76A64131F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6B46919-18FC-31C1-624B-55960F4FD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8DFFB-438A-4937-AD0A-33E9031F0E4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97947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C594C6C5-064E-7010-363F-EB6F70C0C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96770A51-0702-C221-24DE-2DD218900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D9B1121-2A52-8439-380F-D8FA23B5EC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F29052-3533-4D7D-91A2-2BDAFC94C4D1}" type="datetimeFigureOut">
              <a:rPr lang="hu-HU" smtClean="0"/>
              <a:t>2025. 11. 17.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F961483-2DB8-87B4-CB53-244B559107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8E48A66-FCEA-AFA2-D9C6-4FD8C2C8F3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B8DFFB-438A-4937-AD0A-33E9031F0E4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55908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9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Csoportba foglalás 15">
            <a:extLst>
              <a:ext uri="{FF2B5EF4-FFF2-40B4-BE49-F238E27FC236}">
                <a16:creationId xmlns:a16="http://schemas.microsoft.com/office/drawing/2014/main" id="{43C7BEE4-4B63-60ED-FA92-5335E26685B0}"/>
              </a:ext>
            </a:extLst>
          </p:cNvPr>
          <p:cNvGrpSpPr/>
          <p:nvPr/>
        </p:nvGrpSpPr>
        <p:grpSpPr>
          <a:xfrm>
            <a:off x="2171701" y="584488"/>
            <a:ext cx="5652654" cy="5689023"/>
            <a:chOff x="2171701" y="584488"/>
            <a:chExt cx="5652654" cy="5689023"/>
          </a:xfrm>
        </p:grpSpPr>
        <p:sp>
          <p:nvSpPr>
            <p:cNvPr id="2" name="Ellipszis 1">
              <a:extLst>
                <a:ext uri="{FF2B5EF4-FFF2-40B4-BE49-F238E27FC236}">
                  <a16:creationId xmlns:a16="http://schemas.microsoft.com/office/drawing/2014/main" id="{6C310D17-07C5-D211-9C02-22E474629972}"/>
                </a:ext>
              </a:extLst>
            </p:cNvPr>
            <p:cNvSpPr/>
            <p:nvPr/>
          </p:nvSpPr>
          <p:spPr>
            <a:xfrm>
              <a:off x="2171701" y="584488"/>
              <a:ext cx="5652654" cy="5689023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pic>
          <p:nvPicPr>
            <p:cNvPr id="9" name="Kép 8">
              <a:extLst>
                <a:ext uri="{FF2B5EF4-FFF2-40B4-BE49-F238E27FC236}">
                  <a16:creationId xmlns:a16="http://schemas.microsoft.com/office/drawing/2014/main" id="{3861B7E0-7D59-2FFC-5444-6462F3B94C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87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877" b="89474" l="8060" r="91642">
                          <a14:foregroundMark x1="46567" y1="9649" x2="53433" y2="9942"/>
                          <a14:foregroundMark x1="9254" y1="72515" x2="8358" y2="72515"/>
                          <a14:foregroundMark x1="91642" y1="70468" x2="91343" y2="72222"/>
                          <a14:foregroundMark x1="49851" y1="1170" x2="49254" y2="877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51315" y="1530585"/>
              <a:ext cx="4401058" cy="4493020"/>
            </a:xfrm>
            <a:prstGeom prst="ellipse">
              <a:avLst/>
            </a:prstGeom>
          </p:spPr>
        </p:pic>
        <p:pic>
          <p:nvPicPr>
            <p:cNvPr id="11" name="Ábra 10">
              <a:extLst>
                <a:ext uri="{FF2B5EF4-FFF2-40B4-BE49-F238E27FC236}">
                  <a16:creationId xmlns:a16="http://schemas.microsoft.com/office/drawing/2014/main" id="{52AFC864-D721-6A47-3EA3-CDD241C0DE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932676" y="1732691"/>
              <a:ext cx="1613189" cy="1826252"/>
            </a:xfrm>
            <a:prstGeom prst="rect">
              <a:avLst/>
            </a:prstGeom>
          </p:spPr>
        </p:pic>
        <p:sp>
          <p:nvSpPr>
            <p:cNvPr id="4" name="Téglalap 3">
              <a:extLst>
                <a:ext uri="{FF2B5EF4-FFF2-40B4-BE49-F238E27FC236}">
                  <a16:creationId xmlns:a16="http://schemas.microsoft.com/office/drawing/2014/main" id="{AE2ECB30-B8B6-6FA8-B2C7-BABE60A6031A}"/>
                </a:ext>
              </a:extLst>
            </p:cNvPr>
            <p:cNvSpPr/>
            <p:nvPr/>
          </p:nvSpPr>
          <p:spPr>
            <a:xfrm>
              <a:off x="3240200" y="970274"/>
              <a:ext cx="3663019" cy="133440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prstTxWarp prst="textChevron">
                <a:avLst/>
              </a:prstTxWarp>
              <a:spAutoFit/>
            </a:bodyPr>
            <a:lstStyle/>
            <a:p>
              <a:pPr algn="ctr"/>
              <a:r>
                <a:rPr lang="hu-HU" sz="5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MB</a:t>
              </a:r>
              <a:endParaRPr lang="hu-HU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endParaRPr>
            </a:p>
          </p:txBody>
        </p:sp>
        <p:pic>
          <p:nvPicPr>
            <p:cNvPr id="1028" name="Picture 4" descr="Mikroszkóp: Több mint 284 723 jogdíjmentes, licencelhető stockillusztráció  és -rajz | Shutterstock">
              <a:extLst>
                <a:ext uri="{FF2B5EF4-FFF2-40B4-BE49-F238E27FC236}">
                  <a16:creationId xmlns:a16="http://schemas.microsoft.com/office/drawing/2014/main" id="{2633E3F9-EDF4-4C49-DA98-C71778F5CFC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alphaModFix/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5000" b="87857" l="18077" r="83462">
                          <a14:foregroundMark x1="50769" y1="66071" x2="26538" y2="66786"/>
                          <a14:foregroundMark x1="26538" y1="66786" x2="13077" y2="78929"/>
                          <a14:foregroundMark x1="13077" y1="78929" x2="31923" y2="91429"/>
                          <a14:foregroundMark x1="31923" y1="91429" x2="66154" y2="92143"/>
                          <a14:foregroundMark x1="66154" y1="92143" x2="83462" y2="88214"/>
                          <a14:foregroundMark x1="83462" y1="88214" x2="72692" y2="70000"/>
                          <a14:foregroundMark x1="72692" y1="70000" x2="45385" y2="65357"/>
                          <a14:foregroundMark x1="63462" y1="5357" x2="60000" y2="50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99" r="14616" b="10065"/>
            <a:stretch>
              <a:fillRect/>
            </a:stretch>
          </p:blipFill>
          <p:spPr bwMode="auto">
            <a:xfrm>
              <a:off x="6413545" y="2690461"/>
              <a:ext cx="1236478" cy="16034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Netfizika">
              <a:extLst>
                <a:ext uri="{FF2B5EF4-FFF2-40B4-BE49-F238E27FC236}">
                  <a16:creationId xmlns:a16="http://schemas.microsoft.com/office/drawing/2014/main" id="{E31ABA1B-C57C-1A74-C840-682991C39AC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alphaModFix/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42682" b="73125" l="3264" r="29379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8877" r="67357" b="23069"/>
            <a:stretch>
              <a:fillRect/>
            </a:stretch>
          </p:blipFill>
          <p:spPr bwMode="auto">
            <a:xfrm>
              <a:off x="2325470" y="3532903"/>
              <a:ext cx="1910457" cy="8766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églalap 4">
              <a:extLst>
                <a:ext uri="{FF2B5EF4-FFF2-40B4-BE49-F238E27FC236}">
                  <a16:creationId xmlns:a16="http://schemas.microsoft.com/office/drawing/2014/main" id="{B214B4DB-3D47-E2C7-96E9-A3A738454DB4}"/>
                </a:ext>
              </a:extLst>
            </p:cNvPr>
            <p:cNvSpPr/>
            <p:nvPr/>
          </p:nvSpPr>
          <p:spPr>
            <a:xfrm>
              <a:off x="2897452" y="3844924"/>
              <a:ext cx="4401058" cy="2303634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prstTxWarp prst="textInflateBottom">
                <a:avLst/>
              </a:prstTxWarp>
              <a:spAutoFit/>
            </a:bodyPr>
            <a:lstStyle/>
            <a:p>
              <a:pPr algn="ctr"/>
              <a:r>
                <a:rPr lang="hu-HU" sz="5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szertár</a:t>
              </a:r>
              <a:endParaRPr lang="hu-HU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endParaRPr>
            </a:p>
          </p:txBody>
        </p:sp>
        <p:cxnSp>
          <p:nvCxnSpPr>
            <p:cNvPr id="15" name="Egyenes összekötő 14">
              <a:extLst>
                <a:ext uri="{FF2B5EF4-FFF2-40B4-BE49-F238E27FC236}">
                  <a16:creationId xmlns:a16="http://schemas.microsoft.com/office/drawing/2014/main" id="{741DC41B-C315-00B6-0CE1-4C784110CB9E}"/>
                </a:ext>
              </a:extLst>
            </p:cNvPr>
            <p:cNvCxnSpPr/>
            <p:nvPr/>
          </p:nvCxnSpPr>
          <p:spPr>
            <a:xfrm flipH="1">
              <a:off x="2656543" y="3068989"/>
              <a:ext cx="1603331" cy="939452"/>
            </a:xfrm>
            <a:prstGeom prst="line">
              <a:avLst/>
            </a:prstGeom>
            <a:ln w="76200">
              <a:solidFill>
                <a:schemeClr val="bg1"/>
              </a:solidFill>
              <a:headEnd type="triangle"/>
              <a:tailEnd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80031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BCBC5-6B46-F16F-D2FB-31440A5EE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Csoportba foglalás 15">
            <a:extLst>
              <a:ext uri="{FF2B5EF4-FFF2-40B4-BE49-F238E27FC236}">
                <a16:creationId xmlns:a16="http://schemas.microsoft.com/office/drawing/2014/main" id="{B93A768F-175B-540F-DA94-15992B17E045}"/>
              </a:ext>
            </a:extLst>
          </p:cNvPr>
          <p:cNvGrpSpPr/>
          <p:nvPr/>
        </p:nvGrpSpPr>
        <p:grpSpPr>
          <a:xfrm>
            <a:off x="2171701" y="584488"/>
            <a:ext cx="5652654" cy="5689023"/>
            <a:chOff x="2171701" y="584488"/>
            <a:chExt cx="5652654" cy="5689023"/>
          </a:xfrm>
        </p:grpSpPr>
        <p:sp>
          <p:nvSpPr>
            <p:cNvPr id="2" name="Ellipszis 1">
              <a:extLst>
                <a:ext uri="{FF2B5EF4-FFF2-40B4-BE49-F238E27FC236}">
                  <a16:creationId xmlns:a16="http://schemas.microsoft.com/office/drawing/2014/main" id="{24B45A28-431D-871B-2E67-391CFE0431D6}"/>
                </a:ext>
              </a:extLst>
            </p:cNvPr>
            <p:cNvSpPr/>
            <p:nvPr/>
          </p:nvSpPr>
          <p:spPr>
            <a:xfrm>
              <a:off x="2171701" y="584488"/>
              <a:ext cx="5652654" cy="5689023"/>
            </a:xfrm>
            <a:prstGeom prst="ellipse">
              <a:avLst/>
            </a:prstGeom>
            <a:solidFill>
              <a:srgbClr val="5FB4F3"/>
            </a:soli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pic>
          <p:nvPicPr>
            <p:cNvPr id="9" name="Kép 8">
              <a:extLst>
                <a:ext uri="{FF2B5EF4-FFF2-40B4-BE49-F238E27FC236}">
                  <a16:creationId xmlns:a16="http://schemas.microsoft.com/office/drawing/2014/main" id="{0738AB1D-3396-7EB6-CFF6-C7E08237D2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87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877" b="89474" l="8060" r="91642">
                          <a14:foregroundMark x1="46567" y1="9649" x2="53433" y2="9942"/>
                          <a14:foregroundMark x1="9254" y1="72515" x2="8358" y2="72515"/>
                          <a14:foregroundMark x1="91642" y1="70468" x2="91343" y2="72222"/>
                          <a14:foregroundMark x1="49851" y1="1170" x2="49254" y2="877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699489" y="1423135"/>
              <a:ext cx="4744440" cy="4843577"/>
            </a:xfrm>
            <a:prstGeom prst="ellipse">
              <a:avLst/>
            </a:prstGeom>
          </p:spPr>
        </p:pic>
        <p:sp>
          <p:nvSpPr>
            <p:cNvPr id="4" name="Téglalap 3">
              <a:extLst>
                <a:ext uri="{FF2B5EF4-FFF2-40B4-BE49-F238E27FC236}">
                  <a16:creationId xmlns:a16="http://schemas.microsoft.com/office/drawing/2014/main" id="{0E583C7B-7E25-9E30-1B43-8E7FC6FA3F45}"/>
                </a:ext>
              </a:extLst>
            </p:cNvPr>
            <p:cNvSpPr/>
            <p:nvPr/>
          </p:nvSpPr>
          <p:spPr>
            <a:xfrm>
              <a:off x="3070452" y="810718"/>
              <a:ext cx="3663019" cy="2303634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prstTxWarp prst="textChevron">
                <a:avLst/>
              </a:prstTxWarp>
              <a:spAutoFit/>
            </a:bodyPr>
            <a:lstStyle/>
            <a:p>
              <a:pPr algn="ctr"/>
              <a:r>
                <a:rPr lang="hu-HU" sz="5400" b="1" dirty="0">
                  <a:ln w="13462">
                    <a:solidFill>
                      <a:schemeClr val="bg1"/>
                    </a:solidFill>
                    <a:prstDash val="solid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outerShdw dist="38100" dir="2700000" algn="bl" rotWithShape="0">
                      <a:schemeClr val="accent5"/>
                    </a:outerShdw>
                  </a:effectLst>
                  <a:latin typeface="Monotype Corsiva" panose="03010101010201010101" pitchFamily="66" charset="0"/>
                </a:rPr>
                <a:t>MB</a:t>
              </a:r>
            </a:p>
          </p:txBody>
        </p:sp>
        <p:cxnSp>
          <p:nvCxnSpPr>
            <p:cNvPr id="15" name="Egyenes összekötő 14">
              <a:extLst>
                <a:ext uri="{FF2B5EF4-FFF2-40B4-BE49-F238E27FC236}">
                  <a16:creationId xmlns:a16="http://schemas.microsoft.com/office/drawing/2014/main" id="{2C812FC3-FD5C-4367-06AB-4F6422A78DA6}"/>
                </a:ext>
              </a:extLst>
            </p:cNvPr>
            <p:cNvCxnSpPr/>
            <p:nvPr/>
          </p:nvCxnSpPr>
          <p:spPr>
            <a:xfrm flipH="1">
              <a:off x="2656543" y="3068989"/>
              <a:ext cx="1603331" cy="939452"/>
            </a:xfrm>
            <a:prstGeom prst="line">
              <a:avLst/>
            </a:prstGeom>
            <a:ln w="76200">
              <a:solidFill>
                <a:schemeClr val="bg1"/>
              </a:solidFill>
              <a:headEnd type="triangle"/>
              <a:tailEnd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églalap 4">
              <a:extLst>
                <a:ext uri="{FF2B5EF4-FFF2-40B4-BE49-F238E27FC236}">
                  <a16:creationId xmlns:a16="http://schemas.microsoft.com/office/drawing/2014/main" id="{90030A67-4867-A45F-32D4-C5E18702E943}"/>
                </a:ext>
              </a:extLst>
            </p:cNvPr>
            <p:cNvSpPr/>
            <p:nvPr/>
          </p:nvSpPr>
          <p:spPr>
            <a:xfrm>
              <a:off x="2699488" y="3291583"/>
              <a:ext cx="4787387" cy="291605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prstTxWarp prst="textInflateBottom">
                <a:avLst/>
              </a:prstTxWarp>
              <a:spAutoFit/>
            </a:bodyPr>
            <a:lstStyle/>
            <a:p>
              <a:pPr algn="ctr"/>
              <a:r>
                <a:rPr lang="hu-HU" sz="5400" b="1" dirty="0">
                  <a:ln w="13462">
                    <a:solidFill>
                      <a:schemeClr val="bg1"/>
                    </a:solidFill>
                    <a:prstDash val="solid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outerShdw dist="38100" dir="2700000" algn="bl" rotWithShape="0">
                      <a:schemeClr val="accent5"/>
                    </a:outerShdw>
                  </a:effectLst>
                  <a:latin typeface="Monotype Corsiva" panose="03010101010201010101" pitchFamily="66" charset="0"/>
                </a:rPr>
                <a:t>szertár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004533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4</Words>
  <Application>Microsoft Office PowerPoint</Application>
  <PresentationFormat>Szélesvásznú</PresentationFormat>
  <Paragraphs>4</Paragraphs>
  <Slides>2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Monotype Corsiva</vt:lpstr>
      <vt:lpstr>Office-téma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Botond Molnar</dc:creator>
  <cp:lastModifiedBy>Botond Molnar</cp:lastModifiedBy>
  <cp:revision>2</cp:revision>
  <dcterms:created xsi:type="dcterms:W3CDTF">2025-11-17T17:41:24Z</dcterms:created>
  <dcterms:modified xsi:type="dcterms:W3CDTF">2025-11-17T18:20:00Z</dcterms:modified>
</cp:coreProperties>
</file>